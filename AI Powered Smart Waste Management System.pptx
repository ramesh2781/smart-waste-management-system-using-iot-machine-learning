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83F0F8-8405-40D6-A463-82DCFC7AC482}" type="doc">
      <dgm:prSet loTypeId="urn:microsoft.com/office/officeart/2005/8/layout/b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C40730-A7C4-4884-8582-D65F017422A2}">
      <dgm:prSet/>
      <dgm:spPr/>
      <dgm:t>
        <a:bodyPr/>
        <a:lstStyle/>
        <a:p>
          <a:r>
            <a:rPr lang="en-US" b="1"/>
            <a:t>IoT Powered Smart Bin</a:t>
          </a:r>
          <a:endParaRPr lang="en-US"/>
        </a:p>
      </dgm:t>
    </dgm:pt>
    <dgm:pt modelId="{3E52DC33-75DF-4D60-A776-B90E7435DD03}" type="parTrans" cxnId="{C158361C-60A5-4160-AB21-1A651714E765}">
      <dgm:prSet/>
      <dgm:spPr/>
      <dgm:t>
        <a:bodyPr/>
        <a:lstStyle/>
        <a:p>
          <a:endParaRPr lang="en-US"/>
        </a:p>
      </dgm:t>
    </dgm:pt>
    <dgm:pt modelId="{47CB418F-2A56-461B-8A64-84DB635F8DF3}" type="sibTrans" cxnId="{C158361C-60A5-4160-AB21-1A651714E765}">
      <dgm:prSet/>
      <dgm:spPr/>
      <dgm:t>
        <a:bodyPr/>
        <a:lstStyle/>
        <a:p>
          <a:endParaRPr lang="en-US"/>
        </a:p>
      </dgm:t>
    </dgm:pt>
    <dgm:pt modelId="{C6F6D234-C48F-4DD6-A125-269ADA0F6A06}">
      <dgm:prSet/>
      <dgm:spPr/>
      <dgm:t>
        <a:bodyPr/>
        <a:lstStyle/>
        <a:p>
          <a:r>
            <a:rPr lang="en-US"/>
            <a:t>We built a smart dustbin using:</a:t>
          </a:r>
        </a:p>
      </dgm:t>
    </dgm:pt>
    <dgm:pt modelId="{D6C75F55-6EF4-4799-89BF-FEC3F2CF91D0}" type="parTrans" cxnId="{DE482D33-33B2-456F-BA61-1A3CDB861C40}">
      <dgm:prSet/>
      <dgm:spPr/>
      <dgm:t>
        <a:bodyPr/>
        <a:lstStyle/>
        <a:p>
          <a:endParaRPr lang="en-US"/>
        </a:p>
      </dgm:t>
    </dgm:pt>
    <dgm:pt modelId="{AF7E728C-03EA-4282-8F4A-573B5F5312C8}" type="sibTrans" cxnId="{DE482D33-33B2-456F-BA61-1A3CDB861C40}">
      <dgm:prSet/>
      <dgm:spPr/>
      <dgm:t>
        <a:bodyPr/>
        <a:lstStyle/>
        <a:p>
          <a:endParaRPr lang="en-US"/>
        </a:p>
      </dgm:t>
    </dgm:pt>
    <dgm:pt modelId="{7260C807-57E4-4E1B-B967-953629D22CDD}">
      <dgm:prSet/>
      <dgm:spPr/>
      <dgm:t>
        <a:bodyPr/>
        <a:lstStyle/>
        <a:p>
          <a:r>
            <a:rPr lang="en-US" b="1"/>
            <a:t>ESP32</a:t>
          </a:r>
          <a:r>
            <a:rPr lang="en-US"/>
            <a:t> – IoT Brain</a:t>
          </a:r>
        </a:p>
      </dgm:t>
    </dgm:pt>
    <dgm:pt modelId="{492B89E0-8491-498A-AA48-275E1A302D42}" type="parTrans" cxnId="{051F70CD-BF24-4F78-A785-E98ACB1736E1}">
      <dgm:prSet/>
      <dgm:spPr/>
      <dgm:t>
        <a:bodyPr/>
        <a:lstStyle/>
        <a:p>
          <a:endParaRPr lang="en-US"/>
        </a:p>
      </dgm:t>
    </dgm:pt>
    <dgm:pt modelId="{3B901C32-358E-47CA-AA9A-D6EC41E23DD2}" type="sibTrans" cxnId="{051F70CD-BF24-4F78-A785-E98ACB1736E1}">
      <dgm:prSet/>
      <dgm:spPr/>
      <dgm:t>
        <a:bodyPr/>
        <a:lstStyle/>
        <a:p>
          <a:endParaRPr lang="en-US"/>
        </a:p>
      </dgm:t>
    </dgm:pt>
    <dgm:pt modelId="{42769056-F870-4ED0-8443-E373D387B228}">
      <dgm:prSet/>
      <dgm:spPr/>
      <dgm:t>
        <a:bodyPr/>
        <a:lstStyle/>
        <a:p>
          <a:r>
            <a:rPr lang="en-US" b="1"/>
            <a:t>Ultrasonic Sensor</a:t>
          </a:r>
          <a:r>
            <a:rPr lang="en-US"/>
            <a:t> – Fill Level</a:t>
          </a:r>
        </a:p>
      </dgm:t>
    </dgm:pt>
    <dgm:pt modelId="{EE025D45-77D5-4F82-9D62-4BB416019AAA}" type="parTrans" cxnId="{77AB15DE-2FB8-4498-BDF0-488202E82DC2}">
      <dgm:prSet/>
      <dgm:spPr/>
      <dgm:t>
        <a:bodyPr/>
        <a:lstStyle/>
        <a:p>
          <a:endParaRPr lang="en-US"/>
        </a:p>
      </dgm:t>
    </dgm:pt>
    <dgm:pt modelId="{91006CA5-A776-4035-88A4-65A50FD0E5A3}" type="sibTrans" cxnId="{77AB15DE-2FB8-4498-BDF0-488202E82DC2}">
      <dgm:prSet/>
      <dgm:spPr/>
      <dgm:t>
        <a:bodyPr/>
        <a:lstStyle/>
        <a:p>
          <a:endParaRPr lang="en-US"/>
        </a:p>
      </dgm:t>
    </dgm:pt>
    <dgm:pt modelId="{BEFB77A4-8C1E-4355-A525-BF283F8F82AA}">
      <dgm:prSet/>
      <dgm:spPr/>
      <dgm:t>
        <a:bodyPr/>
        <a:lstStyle/>
        <a:p>
          <a:r>
            <a:rPr lang="en-US" b="1"/>
            <a:t>Soil Moisture Sensor</a:t>
          </a:r>
          <a:r>
            <a:rPr lang="en-US"/>
            <a:t> – Wet / Dry Detection</a:t>
          </a:r>
        </a:p>
      </dgm:t>
    </dgm:pt>
    <dgm:pt modelId="{D91D0066-E3FF-487B-8AE4-1B6EACC75E31}" type="parTrans" cxnId="{6ADAF954-3E12-4EC5-866B-45CB80E61DF3}">
      <dgm:prSet/>
      <dgm:spPr/>
      <dgm:t>
        <a:bodyPr/>
        <a:lstStyle/>
        <a:p>
          <a:endParaRPr lang="en-US"/>
        </a:p>
      </dgm:t>
    </dgm:pt>
    <dgm:pt modelId="{8E360892-A7A3-4BEB-97B6-F1C6C5103DF8}" type="sibTrans" cxnId="{6ADAF954-3E12-4EC5-866B-45CB80E61DF3}">
      <dgm:prSet/>
      <dgm:spPr/>
      <dgm:t>
        <a:bodyPr/>
        <a:lstStyle/>
        <a:p>
          <a:endParaRPr lang="en-US"/>
        </a:p>
      </dgm:t>
    </dgm:pt>
    <dgm:pt modelId="{B8268FCD-5DC6-48A9-99F1-5539A2B5F165}">
      <dgm:prSet/>
      <dgm:spPr/>
      <dgm:t>
        <a:bodyPr/>
        <a:lstStyle/>
        <a:p>
          <a:r>
            <a:rPr lang="en-US" b="1"/>
            <a:t>MQ4 Sensor</a:t>
          </a:r>
          <a:r>
            <a:rPr lang="en-US"/>
            <a:t> – Methane Gas</a:t>
          </a:r>
        </a:p>
      </dgm:t>
    </dgm:pt>
    <dgm:pt modelId="{868AFED7-6BBB-44C7-BF9F-13D4680C4129}" type="parTrans" cxnId="{CF471223-1EF8-4EF1-A4E7-FF4B04DEBFA0}">
      <dgm:prSet/>
      <dgm:spPr/>
      <dgm:t>
        <a:bodyPr/>
        <a:lstStyle/>
        <a:p>
          <a:endParaRPr lang="en-US"/>
        </a:p>
      </dgm:t>
    </dgm:pt>
    <dgm:pt modelId="{5501D88F-8341-474D-9043-FA0D294E4C49}" type="sibTrans" cxnId="{CF471223-1EF8-4EF1-A4E7-FF4B04DEBFA0}">
      <dgm:prSet/>
      <dgm:spPr/>
      <dgm:t>
        <a:bodyPr/>
        <a:lstStyle/>
        <a:p>
          <a:endParaRPr lang="en-US"/>
        </a:p>
      </dgm:t>
    </dgm:pt>
    <dgm:pt modelId="{65AD3E1E-E115-4CB4-8AB4-8E6E1DD439EA}">
      <dgm:prSet/>
      <dgm:spPr/>
      <dgm:t>
        <a:bodyPr/>
        <a:lstStyle/>
        <a:p>
          <a:r>
            <a:rPr lang="en-US" b="1"/>
            <a:t>DHT11</a:t>
          </a:r>
          <a:r>
            <a:rPr lang="en-US"/>
            <a:t> – Temperature</a:t>
          </a:r>
        </a:p>
      </dgm:t>
    </dgm:pt>
    <dgm:pt modelId="{06FB433A-0EB1-45B4-AB14-91842571021A}" type="parTrans" cxnId="{51D04E73-264A-46B8-A0D1-36A13CBFB9B4}">
      <dgm:prSet/>
      <dgm:spPr/>
      <dgm:t>
        <a:bodyPr/>
        <a:lstStyle/>
        <a:p>
          <a:endParaRPr lang="en-US"/>
        </a:p>
      </dgm:t>
    </dgm:pt>
    <dgm:pt modelId="{16841069-9DD2-46B6-80BB-35FE312ECA4D}" type="sibTrans" cxnId="{51D04E73-264A-46B8-A0D1-36A13CBFB9B4}">
      <dgm:prSet/>
      <dgm:spPr/>
      <dgm:t>
        <a:bodyPr/>
        <a:lstStyle/>
        <a:p>
          <a:endParaRPr lang="en-US"/>
        </a:p>
      </dgm:t>
    </dgm:pt>
    <dgm:pt modelId="{DA7D3A25-9132-4E69-A2FB-98CE29534FE9}">
      <dgm:prSet/>
      <dgm:spPr/>
      <dgm:t>
        <a:bodyPr/>
        <a:lstStyle/>
        <a:p>
          <a:r>
            <a:rPr lang="en-US" b="1"/>
            <a:t>Neo-6M GPS</a:t>
          </a:r>
          <a:r>
            <a:rPr lang="en-US"/>
            <a:t> – Live Location</a:t>
          </a:r>
        </a:p>
      </dgm:t>
    </dgm:pt>
    <dgm:pt modelId="{5827DCD1-53D6-4134-9B64-32D9EB2D5D5F}" type="parTrans" cxnId="{E64B4319-9137-475B-AE84-2F9CC8E76221}">
      <dgm:prSet/>
      <dgm:spPr/>
      <dgm:t>
        <a:bodyPr/>
        <a:lstStyle/>
        <a:p>
          <a:endParaRPr lang="en-US"/>
        </a:p>
      </dgm:t>
    </dgm:pt>
    <dgm:pt modelId="{B53363B1-6367-4FA2-A690-E58FCFE0BBBC}" type="sibTrans" cxnId="{E64B4319-9137-475B-AE84-2F9CC8E76221}">
      <dgm:prSet/>
      <dgm:spPr/>
      <dgm:t>
        <a:bodyPr/>
        <a:lstStyle/>
        <a:p>
          <a:endParaRPr lang="en-US"/>
        </a:p>
      </dgm:t>
    </dgm:pt>
    <dgm:pt modelId="{54264DD7-0F53-4C5D-B54F-84A5D88266C3}">
      <dgm:prSet/>
      <dgm:spPr/>
      <dgm:t>
        <a:bodyPr/>
        <a:lstStyle/>
        <a:p>
          <a:r>
            <a:rPr lang="en-US"/>
            <a:t>The bin becomes a living data source.</a:t>
          </a:r>
        </a:p>
      </dgm:t>
    </dgm:pt>
    <dgm:pt modelId="{948CBDEC-F80E-4083-A0F2-A7A0593DEEDC}" type="parTrans" cxnId="{8CBB496C-6CE8-4B7F-A716-14C875DAE69F}">
      <dgm:prSet/>
      <dgm:spPr/>
      <dgm:t>
        <a:bodyPr/>
        <a:lstStyle/>
        <a:p>
          <a:endParaRPr lang="en-US"/>
        </a:p>
      </dgm:t>
    </dgm:pt>
    <dgm:pt modelId="{8A563785-169C-4A91-A024-381AE66BDDC1}" type="sibTrans" cxnId="{8CBB496C-6CE8-4B7F-A716-14C875DAE69F}">
      <dgm:prSet/>
      <dgm:spPr/>
      <dgm:t>
        <a:bodyPr/>
        <a:lstStyle/>
        <a:p>
          <a:endParaRPr lang="en-US"/>
        </a:p>
      </dgm:t>
    </dgm:pt>
    <dgm:pt modelId="{1D7D02B7-8CA6-4CA5-9302-2FBB0FEFDDDE}" type="pres">
      <dgm:prSet presAssocID="{5F83F0F8-8405-40D6-A463-82DCFC7AC482}" presName="Name0" presStyleCnt="0">
        <dgm:presLayoutVars>
          <dgm:dir/>
          <dgm:resizeHandles/>
        </dgm:presLayoutVars>
      </dgm:prSet>
      <dgm:spPr/>
    </dgm:pt>
    <dgm:pt modelId="{B270BE52-470C-418A-AAB5-FE6CDF5F7CC2}" type="pres">
      <dgm:prSet presAssocID="{E8C40730-A7C4-4884-8582-D65F017422A2}" presName="compNode" presStyleCnt="0"/>
      <dgm:spPr/>
    </dgm:pt>
    <dgm:pt modelId="{7BBBF2F6-5308-48C2-946A-899E65BB1DB5}" type="pres">
      <dgm:prSet presAssocID="{E8C40730-A7C4-4884-8582-D65F017422A2}" presName="dummyConnPt" presStyleCnt="0"/>
      <dgm:spPr/>
    </dgm:pt>
    <dgm:pt modelId="{64A47E76-477A-4B60-8E90-FE40DED71C68}" type="pres">
      <dgm:prSet presAssocID="{E8C40730-A7C4-4884-8582-D65F017422A2}" presName="node" presStyleLbl="node1" presStyleIdx="0" presStyleCnt="9">
        <dgm:presLayoutVars>
          <dgm:bulletEnabled val="1"/>
        </dgm:presLayoutVars>
      </dgm:prSet>
      <dgm:spPr/>
    </dgm:pt>
    <dgm:pt modelId="{5E71E3B9-F427-4B68-8AE9-3FB1EC899697}" type="pres">
      <dgm:prSet presAssocID="{47CB418F-2A56-461B-8A64-84DB635F8DF3}" presName="sibTrans" presStyleLbl="bgSibTrans2D1" presStyleIdx="0" presStyleCnt="8"/>
      <dgm:spPr/>
    </dgm:pt>
    <dgm:pt modelId="{4BB261DF-5172-4145-BF07-0380C0A0DD08}" type="pres">
      <dgm:prSet presAssocID="{C6F6D234-C48F-4DD6-A125-269ADA0F6A06}" presName="compNode" presStyleCnt="0"/>
      <dgm:spPr/>
    </dgm:pt>
    <dgm:pt modelId="{31968D59-F385-4469-8515-1FBF84D76A47}" type="pres">
      <dgm:prSet presAssocID="{C6F6D234-C48F-4DD6-A125-269ADA0F6A06}" presName="dummyConnPt" presStyleCnt="0"/>
      <dgm:spPr/>
    </dgm:pt>
    <dgm:pt modelId="{B7F09BE7-880E-4A49-98E4-D35E668D1695}" type="pres">
      <dgm:prSet presAssocID="{C6F6D234-C48F-4DD6-A125-269ADA0F6A06}" presName="node" presStyleLbl="node1" presStyleIdx="1" presStyleCnt="9">
        <dgm:presLayoutVars>
          <dgm:bulletEnabled val="1"/>
        </dgm:presLayoutVars>
      </dgm:prSet>
      <dgm:spPr/>
    </dgm:pt>
    <dgm:pt modelId="{12A7BC71-D4B7-4BAD-B2CA-FF4F49880DBD}" type="pres">
      <dgm:prSet presAssocID="{AF7E728C-03EA-4282-8F4A-573B5F5312C8}" presName="sibTrans" presStyleLbl="bgSibTrans2D1" presStyleIdx="1" presStyleCnt="8"/>
      <dgm:spPr/>
    </dgm:pt>
    <dgm:pt modelId="{FC311B76-D57F-440A-A5F5-BB3B90F558B9}" type="pres">
      <dgm:prSet presAssocID="{7260C807-57E4-4E1B-B967-953629D22CDD}" presName="compNode" presStyleCnt="0"/>
      <dgm:spPr/>
    </dgm:pt>
    <dgm:pt modelId="{953CF0C0-7979-4065-AEFE-A39882A57BA9}" type="pres">
      <dgm:prSet presAssocID="{7260C807-57E4-4E1B-B967-953629D22CDD}" presName="dummyConnPt" presStyleCnt="0"/>
      <dgm:spPr/>
    </dgm:pt>
    <dgm:pt modelId="{2360AE30-6DC6-4646-8839-4AFA18664162}" type="pres">
      <dgm:prSet presAssocID="{7260C807-57E4-4E1B-B967-953629D22CDD}" presName="node" presStyleLbl="node1" presStyleIdx="2" presStyleCnt="9">
        <dgm:presLayoutVars>
          <dgm:bulletEnabled val="1"/>
        </dgm:presLayoutVars>
      </dgm:prSet>
      <dgm:spPr/>
    </dgm:pt>
    <dgm:pt modelId="{7C92F03C-999C-4069-829A-9D5AAAF1BA77}" type="pres">
      <dgm:prSet presAssocID="{3B901C32-358E-47CA-AA9A-D6EC41E23DD2}" presName="sibTrans" presStyleLbl="bgSibTrans2D1" presStyleIdx="2" presStyleCnt="8"/>
      <dgm:spPr/>
    </dgm:pt>
    <dgm:pt modelId="{E9111856-65AE-4319-856B-A109994D6AE1}" type="pres">
      <dgm:prSet presAssocID="{42769056-F870-4ED0-8443-E373D387B228}" presName="compNode" presStyleCnt="0"/>
      <dgm:spPr/>
    </dgm:pt>
    <dgm:pt modelId="{117414E8-29DC-4B82-96DF-CA9122A303B0}" type="pres">
      <dgm:prSet presAssocID="{42769056-F870-4ED0-8443-E373D387B228}" presName="dummyConnPt" presStyleCnt="0"/>
      <dgm:spPr/>
    </dgm:pt>
    <dgm:pt modelId="{D241FF30-AE03-4C4F-8A9B-4D68EFA364E8}" type="pres">
      <dgm:prSet presAssocID="{42769056-F870-4ED0-8443-E373D387B228}" presName="node" presStyleLbl="node1" presStyleIdx="3" presStyleCnt="9">
        <dgm:presLayoutVars>
          <dgm:bulletEnabled val="1"/>
        </dgm:presLayoutVars>
      </dgm:prSet>
      <dgm:spPr/>
    </dgm:pt>
    <dgm:pt modelId="{460F35CB-CCE0-4C09-A683-6C4FE9218596}" type="pres">
      <dgm:prSet presAssocID="{91006CA5-A776-4035-88A4-65A50FD0E5A3}" presName="sibTrans" presStyleLbl="bgSibTrans2D1" presStyleIdx="3" presStyleCnt="8"/>
      <dgm:spPr/>
    </dgm:pt>
    <dgm:pt modelId="{6CC8D084-5F0C-443B-837E-64BBEA027695}" type="pres">
      <dgm:prSet presAssocID="{BEFB77A4-8C1E-4355-A525-BF283F8F82AA}" presName="compNode" presStyleCnt="0"/>
      <dgm:spPr/>
    </dgm:pt>
    <dgm:pt modelId="{E22EE689-F501-4EAF-B313-CF0567489725}" type="pres">
      <dgm:prSet presAssocID="{BEFB77A4-8C1E-4355-A525-BF283F8F82AA}" presName="dummyConnPt" presStyleCnt="0"/>
      <dgm:spPr/>
    </dgm:pt>
    <dgm:pt modelId="{7C80A53B-6AE4-4F18-A3BE-F2F23812428B}" type="pres">
      <dgm:prSet presAssocID="{BEFB77A4-8C1E-4355-A525-BF283F8F82AA}" presName="node" presStyleLbl="node1" presStyleIdx="4" presStyleCnt="9">
        <dgm:presLayoutVars>
          <dgm:bulletEnabled val="1"/>
        </dgm:presLayoutVars>
      </dgm:prSet>
      <dgm:spPr/>
    </dgm:pt>
    <dgm:pt modelId="{5EDB0471-70BD-43D1-A50B-EE4E7DBBD10B}" type="pres">
      <dgm:prSet presAssocID="{8E360892-A7A3-4BEB-97B6-F1C6C5103DF8}" presName="sibTrans" presStyleLbl="bgSibTrans2D1" presStyleIdx="4" presStyleCnt="8"/>
      <dgm:spPr/>
    </dgm:pt>
    <dgm:pt modelId="{F7ECEF18-1BD9-4CC9-BD15-F732C74BAA00}" type="pres">
      <dgm:prSet presAssocID="{B8268FCD-5DC6-48A9-99F1-5539A2B5F165}" presName="compNode" presStyleCnt="0"/>
      <dgm:spPr/>
    </dgm:pt>
    <dgm:pt modelId="{8F2BC5AD-9A54-408A-AA77-DD152FC0642A}" type="pres">
      <dgm:prSet presAssocID="{B8268FCD-5DC6-48A9-99F1-5539A2B5F165}" presName="dummyConnPt" presStyleCnt="0"/>
      <dgm:spPr/>
    </dgm:pt>
    <dgm:pt modelId="{25DE4C05-00C1-4B6A-B8F4-65B102301CE6}" type="pres">
      <dgm:prSet presAssocID="{B8268FCD-5DC6-48A9-99F1-5539A2B5F165}" presName="node" presStyleLbl="node1" presStyleIdx="5" presStyleCnt="9">
        <dgm:presLayoutVars>
          <dgm:bulletEnabled val="1"/>
        </dgm:presLayoutVars>
      </dgm:prSet>
      <dgm:spPr/>
    </dgm:pt>
    <dgm:pt modelId="{751BA1AA-0567-4325-9F4B-8A664E4C5B87}" type="pres">
      <dgm:prSet presAssocID="{5501D88F-8341-474D-9043-FA0D294E4C49}" presName="sibTrans" presStyleLbl="bgSibTrans2D1" presStyleIdx="5" presStyleCnt="8"/>
      <dgm:spPr/>
    </dgm:pt>
    <dgm:pt modelId="{D2BB8769-6295-4EF1-8859-13BAEA17BF1B}" type="pres">
      <dgm:prSet presAssocID="{65AD3E1E-E115-4CB4-8AB4-8E6E1DD439EA}" presName="compNode" presStyleCnt="0"/>
      <dgm:spPr/>
    </dgm:pt>
    <dgm:pt modelId="{AD05047A-113A-4F0F-9B3A-35F5CAE3D038}" type="pres">
      <dgm:prSet presAssocID="{65AD3E1E-E115-4CB4-8AB4-8E6E1DD439EA}" presName="dummyConnPt" presStyleCnt="0"/>
      <dgm:spPr/>
    </dgm:pt>
    <dgm:pt modelId="{E75C736A-E996-43C6-BD5B-07A0733681FB}" type="pres">
      <dgm:prSet presAssocID="{65AD3E1E-E115-4CB4-8AB4-8E6E1DD439EA}" presName="node" presStyleLbl="node1" presStyleIdx="6" presStyleCnt="9">
        <dgm:presLayoutVars>
          <dgm:bulletEnabled val="1"/>
        </dgm:presLayoutVars>
      </dgm:prSet>
      <dgm:spPr/>
    </dgm:pt>
    <dgm:pt modelId="{0D83CE2F-853A-43ED-A39B-48BFB0272985}" type="pres">
      <dgm:prSet presAssocID="{16841069-9DD2-46B6-80BB-35FE312ECA4D}" presName="sibTrans" presStyleLbl="bgSibTrans2D1" presStyleIdx="6" presStyleCnt="8"/>
      <dgm:spPr/>
    </dgm:pt>
    <dgm:pt modelId="{AC498B95-23A9-4019-8A30-14AABF861ED5}" type="pres">
      <dgm:prSet presAssocID="{DA7D3A25-9132-4E69-A2FB-98CE29534FE9}" presName="compNode" presStyleCnt="0"/>
      <dgm:spPr/>
    </dgm:pt>
    <dgm:pt modelId="{80FF4D18-3331-4B95-A43C-3B4C5AAC8172}" type="pres">
      <dgm:prSet presAssocID="{DA7D3A25-9132-4E69-A2FB-98CE29534FE9}" presName="dummyConnPt" presStyleCnt="0"/>
      <dgm:spPr/>
    </dgm:pt>
    <dgm:pt modelId="{D065B8A7-49AA-4257-A076-D6007FF600E1}" type="pres">
      <dgm:prSet presAssocID="{DA7D3A25-9132-4E69-A2FB-98CE29534FE9}" presName="node" presStyleLbl="node1" presStyleIdx="7" presStyleCnt="9">
        <dgm:presLayoutVars>
          <dgm:bulletEnabled val="1"/>
        </dgm:presLayoutVars>
      </dgm:prSet>
      <dgm:spPr/>
    </dgm:pt>
    <dgm:pt modelId="{AF4DC5B1-CC9E-44A9-8B5F-3CC3DAD1B4DD}" type="pres">
      <dgm:prSet presAssocID="{B53363B1-6367-4FA2-A690-E58FCFE0BBBC}" presName="sibTrans" presStyleLbl="bgSibTrans2D1" presStyleIdx="7" presStyleCnt="8"/>
      <dgm:spPr/>
    </dgm:pt>
    <dgm:pt modelId="{B514ACE2-97B7-47B5-99EA-B17971655994}" type="pres">
      <dgm:prSet presAssocID="{54264DD7-0F53-4C5D-B54F-84A5D88266C3}" presName="compNode" presStyleCnt="0"/>
      <dgm:spPr/>
    </dgm:pt>
    <dgm:pt modelId="{4CA23189-761B-4F76-9497-7357525F0873}" type="pres">
      <dgm:prSet presAssocID="{54264DD7-0F53-4C5D-B54F-84A5D88266C3}" presName="dummyConnPt" presStyleCnt="0"/>
      <dgm:spPr/>
    </dgm:pt>
    <dgm:pt modelId="{10AB7C3D-0785-42A9-88E1-7773F0A1B190}" type="pres">
      <dgm:prSet presAssocID="{54264DD7-0F53-4C5D-B54F-84A5D88266C3}" presName="node" presStyleLbl="node1" presStyleIdx="8" presStyleCnt="9">
        <dgm:presLayoutVars>
          <dgm:bulletEnabled val="1"/>
        </dgm:presLayoutVars>
      </dgm:prSet>
      <dgm:spPr/>
    </dgm:pt>
  </dgm:ptLst>
  <dgm:cxnLst>
    <dgm:cxn modelId="{0B23CF00-8D30-411A-9CF7-7D40D6A318DB}" type="presOf" srcId="{3B901C32-358E-47CA-AA9A-D6EC41E23DD2}" destId="{7C92F03C-999C-4069-829A-9D5AAAF1BA77}" srcOrd="0" destOrd="0" presId="urn:microsoft.com/office/officeart/2005/8/layout/bProcess4"/>
    <dgm:cxn modelId="{2111BB04-2BB3-4D8D-8A57-A4C66D74CE93}" type="presOf" srcId="{E8C40730-A7C4-4884-8582-D65F017422A2}" destId="{64A47E76-477A-4B60-8E90-FE40DED71C68}" srcOrd="0" destOrd="0" presId="urn:microsoft.com/office/officeart/2005/8/layout/bProcess4"/>
    <dgm:cxn modelId="{C80CF507-D245-4B62-8278-505F1BE38E72}" type="presOf" srcId="{54264DD7-0F53-4C5D-B54F-84A5D88266C3}" destId="{10AB7C3D-0785-42A9-88E1-7773F0A1B190}" srcOrd="0" destOrd="0" presId="urn:microsoft.com/office/officeart/2005/8/layout/bProcess4"/>
    <dgm:cxn modelId="{76D6AB15-CE5C-4A84-96DE-36563ACF3910}" type="presOf" srcId="{C6F6D234-C48F-4DD6-A125-269ADA0F6A06}" destId="{B7F09BE7-880E-4A49-98E4-D35E668D1695}" srcOrd="0" destOrd="0" presId="urn:microsoft.com/office/officeart/2005/8/layout/bProcess4"/>
    <dgm:cxn modelId="{E64B4319-9137-475B-AE84-2F9CC8E76221}" srcId="{5F83F0F8-8405-40D6-A463-82DCFC7AC482}" destId="{DA7D3A25-9132-4E69-A2FB-98CE29534FE9}" srcOrd="7" destOrd="0" parTransId="{5827DCD1-53D6-4134-9B64-32D9EB2D5D5F}" sibTransId="{B53363B1-6367-4FA2-A690-E58FCFE0BBBC}"/>
    <dgm:cxn modelId="{C158361C-60A5-4160-AB21-1A651714E765}" srcId="{5F83F0F8-8405-40D6-A463-82DCFC7AC482}" destId="{E8C40730-A7C4-4884-8582-D65F017422A2}" srcOrd="0" destOrd="0" parTransId="{3E52DC33-75DF-4D60-A776-B90E7435DD03}" sibTransId="{47CB418F-2A56-461B-8A64-84DB635F8DF3}"/>
    <dgm:cxn modelId="{74D6E41F-EC34-4F22-804D-EF577C61183D}" type="presOf" srcId="{B53363B1-6367-4FA2-A690-E58FCFE0BBBC}" destId="{AF4DC5B1-CC9E-44A9-8B5F-3CC3DAD1B4DD}" srcOrd="0" destOrd="0" presId="urn:microsoft.com/office/officeart/2005/8/layout/bProcess4"/>
    <dgm:cxn modelId="{92D01620-EDBC-46ED-9E4D-008585314E70}" type="presOf" srcId="{16841069-9DD2-46B6-80BB-35FE312ECA4D}" destId="{0D83CE2F-853A-43ED-A39B-48BFB0272985}" srcOrd="0" destOrd="0" presId="urn:microsoft.com/office/officeart/2005/8/layout/bProcess4"/>
    <dgm:cxn modelId="{CF471223-1EF8-4EF1-A4E7-FF4B04DEBFA0}" srcId="{5F83F0F8-8405-40D6-A463-82DCFC7AC482}" destId="{B8268FCD-5DC6-48A9-99F1-5539A2B5F165}" srcOrd="5" destOrd="0" parTransId="{868AFED7-6BBB-44C7-BF9F-13D4680C4129}" sibTransId="{5501D88F-8341-474D-9043-FA0D294E4C49}"/>
    <dgm:cxn modelId="{810C7D26-F0BA-4B04-AED5-BE0BE73FB0BA}" type="presOf" srcId="{65AD3E1E-E115-4CB4-8AB4-8E6E1DD439EA}" destId="{E75C736A-E996-43C6-BD5B-07A0733681FB}" srcOrd="0" destOrd="0" presId="urn:microsoft.com/office/officeart/2005/8/layout/bProcess4"/>
    <dgm:cxn modelId="{DE482D33-33B2-456F-BA61-1A3CDB861C40}" srcId="{5F83F0F8-8405-40D6-A463-82DCFC7AC482}" destId="{C6F6D234-C48F-4DD6-A125-269ADA0F6A06}" srcOrd="1" destOrd="0" parTransId="{D6C75F55-6EF4-4799-89BF-FEC3F2CF91D0}" sibTransId="{AF7E728C-03EA-4282-8F4A-573B5F5312C8}"/>
    <dgm:cxn modelId="{0EF9B937-CC76-4369-86F3-4F29F2247D1B}" type="presOf" srcId="{7260C807-57E4-4E1B-B967-953629D22CDD}" destId="{2360AE30-6DC6-4646-8839-4AFA18664162}" srcOrd="0" destOrd="0" presId="urn:microsoft.com/office/officeart/2005/8/layout/bProcess4"/>
    <dgm:cxn modelId="{A967BB60-6A77-40AC-B448-27C4CE6E6F60}" type="presOf" srcId="{5501D88F-8341-474D-9043-FA0D294E4C49}" destId="{751BA1AA-0567-4325-9F4B-8A664E4C5B87}" srcOrd="0" destOrd="0" presId="urn:microsoft.com/office/officeart/2005/8/layout/bProcess4"/>
    <dgm:cxn modelId="{8CBB496C-6CE8-4B7F-A716-14C875DAE69F}" srcId="{5F83F0F8-8405-40D6-A463-82DCFC7AC482}" destId="{54264DD7-0F53-4C5D-B54F-84A5D88266C3}" srcOrd="8" destOrd="0" parTransId="{948CBDEC-F80E-4083-A0F2-A7A0593DEEDC}" sibTransId="{8A563785-169C-4A91-A024-381AE66BDDC1}"/>
    <dgm:cxn modelId="{51D04E73-264A-46B8-A0D1-36A13CBFB9B4}" srcId="{5F83F0F8-8405-40D6-A463-82DCFC7AC482}" destId="{65AD3E1E-E115-4CB4-8AB4-8E6E1DD439EA}" srcOrd="6" destOrd="0" parTransId="{06FB433A-0EB1-45B4-AB14-91842571021A}" sibTransId="{16841069-9DD2-46B6-80BB-35FE312ECA4D}"/>
    <dgm:cxn modelId="{6ADAF954-3E12-4EC5-866B-45CB80E61DF3}" srcId="{5F83F0F8-8405-40D6-A463-82DCFC7AC482}" destId="{BEFB77A4-8C1E-4355-A525-BF283F8F82AA}" srcOrd="4" destOrd="0" parTransId="{D91D0066-E3FF-487B-8AE4-1B6EACC75E31}" sibTransId="{8E360892-A7A3-4BEB-97B6-F1C6C5103DF8}"/>
    <dgm:cxn modelId="{3A96168C-A0B8-4AE4-87AC-02AC36E56E97}" type="presOf" srcId="{8E360892-A7A3-4BEB-97B6-F1C6C5103DF8}" destId="{5EDB0471-70BD-43D1-A50B-EE4E7DBBD10B}" srcOrd="0" destOrd="0" presId="urn:microsoft.com/office/officeart/2005/8/layout/bProcess4"/>
    <dgm:cxn modelId="{ADE35F99-69CA-4771-9180-29B5F41840CB}" type="presOf" srcId="{AF7E728C-03EA-4282-8F4A-573B5F5312C8}" destId="{12A7BC71-D4B7-4BAD-B2CA-FF4F49880DBD}" srcOrd="0" destOrd="0" presId="urn:microsoft.com/office/officeart/2005/8/layout/bProcess4"/>
    <dgm:cxn modelId="{4C8B5CB8-7D7E-4CAB-B540-EC3AB8418107}" type="presOf" srcId="{91006CA5-A776-4035-88A4-65A50FD0E5A3}" destId="{460F35CB-CCE0-4C09-A683-6C4FE9218596}" srcOrd="0" destOrd="0" presId="urn:microsoft.com/office/officeart/2005/8/layout/bProcess4"/>
    <dgm:cxn modelId="{BE3E82C0-7415-4D62-B3EA-73A1326978E1}" type="presOf" srcId="{42769056-F870-4ED0-8443-E373D387B228}" destId="{D241FF30-AE03-4C4F-8A9B-4D68EFA364E8}" srcOrd="0" destOrd="0" presId="urn:microsoft.com/office/officeart/2005/8/layout/bProcess4"/>
    <dgm:cxn modelId="{530FA0CB-59FA-4C6E-897A-9CDD7E113C4A}" type="presOf" srcId="{BEFB77A4-8C1E-4355-A525-BF283F8F82AA}" destId="{7C80A53B-6AE4-4F18-A3BE-F2F23812428B}" srcOrd="0" destOrd="0" presId="urn:microsoft.com/office/officeart/2005/8/layout/bProcess4"/>
    <dgm:cxn modelId="{051F70CD-BF24-4F78-A785-E98ACB1736E1}" srcId="{5F83F0F8-8405-40D6-A463-82DCFC7AC482}" destId="{7260C807-57E4-4E1B-B967-953629D22CDD}" srcOrd="2" destOrd="0" parTransId="{492B89E0-8491-498A-AA48-275E1A302D42}" sibTransId="{3B901C32-358E-47CA-AA9A-D6EC41E23DD2}"/>
    <dgm:cxn modelId="{2044AECF-FD92-4E81-9B3F-908581A60D90}" type="presOf" srcId="{DA7D3A25-9132-4E69-A2FB-98CE29534FE9}" destId="{D065B8A7-49AA-4257-A076-D6007FF600E1}" srcOrd="0" destOrd="0" presId="urn:microsoft.com/office/officeart/2005/8/layout/bProcess4"/>
    <dgm:cxn modelId="{77AB15DE-2FB8-4498-BDF0-488202E82DC2}" srcId="{5F83F0F8-8405-40D6-A463-82DCFC7AC482}" destId="{42769056-F870-4ED0-8443-E373D387B228}" srcOrd="3" destOrd="0" parTransId="{EE025D45-77D5-4F82-9D62-4BB416019AAA}" sibTransId="{91006CA5-A776-4035-88A4-65A50FD0E5A3}"/>
    <dgm:cxn modelId="{F69144DE-4939-486F-9393-A4804990BFDB}" type="presOf" srcId="{B8268FCD-5DC6-48A9-99F1-5539A2B5F165}" destId="{25DE4C05-00C1-4B6A-B8F4-65B102301CE6}" srcOrd="0" destOrd="0" presId="urn:microsoft.com/office/officeart/2005/8/layout/bProcess4"/>
    <dgm:cxn modelId="{C34C5BEE-2879-4297-B23A-B04983AB758C}" type="presOf" srcId="{5F83F0F8-8405-40D6-A463-82DCFC7AC482}" destId="{1D7D02B7-8CA6-4CA5-9302-2FBB0FEFDDDE}" srcOrd="0" destOrd="0" presId="urn:microsoft.com/office/officeart/2005/8/layout/bProcess4"/>
    <dgm:cxn modelId="{B2D1E3F0-F433-4937-9B95-E446749BC5DD}" type="presOf" srcId="{47CB418F-2A56-461B-8A64-84DB635F8DF3}" destId="{5E71E3B9-F427-4B68-8AE9-3FB1EC899697}" srcOrd="0" destOrd="0" presId="urn:microsoft.com/office/officeart/2005/8/layout/bProcess4"/>
    <dgm:cxn modelId="{E7FB09E4-8F2D-4FEA-9039-74FCE33E299E}" type="presParOf" srcId="{1D7D02B7-8CA6-4CA5-9302-2FBB0FEFDDDE}" destId="{B270BE52-470C-418A-AAB5-FE6CDF5F7CC2}" srcOrd="0" destOrd="0" presId="urn:microsoft.com/office/officeart/2005/8/layout/bProcess4"/>
    <dgm:cxn modelId="{E57F574F-4A96-48FE-80FE-FC2630EE59A7}" type="presParOf" srcId="{B270BE52-470C-418A-AAB5-FE6CDF5F7CC2}" destId="{7BBBF2F6-5308-48C2-946A-899E65BB1DB5}" srcOrd="0" destOrd="0" presId="urn:microsoft.com/office/officeart/2005/8/layout/bProcess4"/>
    <dgm:cxn modelId="{FB0289B2-A218-4046-8D51-759BC609401D}" type="presParOf" srcId="{B270BE52-470C-418A-AAB5-FE6CDF5F7CC2}" destId="{64A47E76-477A-4B60-8E90-FE40DED71C68}" srcOrd="1" destOrd="0" presId="urn:microsoft.com/office/officeart/2005/8/layout/bProcess4"/>
    <dgm:cxn modelId="{97BE970A-1604-4365-BDE6-723247345658}" type="presParOf" srcId="{1D7D02B7-8CA6-4CA5-9302-2FBB0FEFDDDE}" destId="{5E71E3B9-F427-4B68-8AE9-3FB1EC899697}" srcOrd="1" destOrd="0" presId="urn:microsoft.com/office/officeart/2005/8/layout/bProcess4"/>
    <dgm:cxn modelId="{FDB48E4F-DC40-432B-A12F-CED2B9514288}" type="presParOf" srcId="{1D7D02B7-8CA6-4CA5-9302-2FBB0FEFDDDE}" destId="{4BB261DF-5172-4145-BF07-0380C0A0DD08}" srcOrd="2" destOrd="0" presId="urn:microsoft.com/office/officeart/2005/8/layout/bProcess4"/>
    <dgm:cxn modelId="{4BBC1820-3D80-4F24-8BCF-69CF9D34DD23}" type="presParOf" srcId="{4BB261DF-5172-4145-BF07-0380C0A0DD08}" destId="{31968D59-F385-4469-8515-1FBF84D76A47}" srcOrd="0" destOrd="0" presId="urn:microsoft.com/office/officeart/2005/8/layout/bProcess4"/>
    <dgm:cxn modelId="{1FD433EE-4151-4068-A13D-1B765FD049BF}" type="presParOf" srcId="{4BB261DF-5172-4145-BF07-0380C0A0DD08}" destId="{B7F09BE7-880E-4A49-98E4-D35E668D1695}" srcOrd="1" destOrd="0" presId="urn:microsoft.com/office/officeart/2005/8/layout/bProcess4"/>
    <dgm:cxn modelId="{AC55022F-732B-44A1-801A-C103129DF711}" type="presParOf" srcId="{1D7D02B7-8CA6-4CA5-9302-2FBB0FEFDDDE}" destId="{12A7BC71-D4B7-4BAD-B2CA-FF4F49880DBD}" srcOrd="3" destOrd="0" presId="urn:microsoft.com/office/officeart/2005/8/layout/bProcess4"/>
    <dgm:cxn modelId="{EFB84229-C9AA-49B4-A98E-7B1868A1A80D}" type="presParOf" srcId="{1D7D02B7-8CA6-4CA5-9302-2FBB0FEFDDDE}" destId="{FC311B76-D57F-440A-A5F5-BB3B90F558B9}" srcOrd="4" destOrd="0" presId="urn:microsoft.com/office/officeart/2005/8/layout/bProcess4"/>
    <dgm:cxn modelId="{7E3DCEFF-631D-4EFA-A679-983E7FA62341}" type="presParOf" srcId="{FC311B76-D57F-440A-A5F5-BB3B90F558B9}" destId="{953CF0C0-7979-4065-AEFE-A39882A57BA9}" srcOrd="0" destOrd="0" presId="urn:microsoft.com/office/officeart/2005/8/layout/bProcess4"/>
    <dgm:cxn modelId="{C47BB2A0-336B-427C-BCD5-6ADE5A1852EC}" type="presParOf" srcId="{FC311B76-D57F-440A-A5F5-BB3B90F558B9}" destId="{2360AE30-6DC6-4646-8839-4AFA18664162}" srcOrd="1" destOrd="0" presId="urn:microsoft.com/office/officeart/2005/8/layout/bProcess4"/>
    <dgm:cxn modelId="{D7ECC6D8-1333-4DEB-AF98-2AC5F95A9FAA}" type="presParOf" srcId="{1D7D02B7-8CA6-4CA5-9302-2FBB0FEFDDDE}" destId="{7C92F03C-999C-4069-829A-9D5AAAF1BA77}" srcOrd="5" destOrd="0" presId="urn:microsoft.com/office/officeart/2005/8/layout/bProcess4"/>
    <dgm:cxn modelId="{42A6379C-36BC-47C9-8B5C-A89A6FA72E39}" type="presParOf" srcId="{1D7D02B7-8CA6-4CA5-9302-2FBB0FEFDDDE}" destId="{E9111856-65AE-4319-856B-A109994D6AE1}" srcOrd="6" destOrd="0" presId="urn:microsoft.com/office/officeart/2005/8/layout/bProcess4"/>
    <dgm:cxn modelId="{48032ECD-7814-44E1-B8D2-20DCF93D0DEA}" type="presParOf" srcId="{E9111856-65AE-4319-856B-A109994D6AE1}" destId="{117414E8-29DC-4B82-96DF-CA9122A303B0}" srcOrd="0" destOrd="0" presId="urn:microsoft.com/office/officeart/2005/8/layout/bProcess4"/>
    <dgm:cxn modelId="{2B0659E9-D757-4C95-A818-565780C10EF4}" type="presParOf" srcId="{E9111856-65AE-4319-856B-A109994D6AE1}" destId="{D241FF30-AE03-4C4F-8A9B-4D68EFA364E8}" srcOrd="1" destOrd="0" presId="urn:microsoft.com/office/officeart/2005/8/layout/bProcess4"/>
    <dgm:cxn modelId="{04AE2B04-4549-4E67-BF7C-2D4559DD1884}" type="presParOf" srcId="{1D7D02B7-8CA6-4CA5-9302-2FBB0FEFDDDE}" destId="{460F35CB-CCE0-4C09-A683-6C4FE9218596}" srcOrd="7" destOrd="0" presId="urn:microsoft.com/office/officeart/2005/8/layout/bProcess4"/>
    <dgm:cxn modelId="{7B7BCA4A-90F3-4594-A61A-79EC4A1E48AD}" type="presParOf" srcId="{1D7D02B7-8CA6-4CA5-9302-2FBB0FEFDDDE}" destId="{6CC8D084-5F0C-443B-837E-64BBEA027695}" srcOrd="8" destOrd="0" presId="urn:microsoft.com/office/officeart/2005/8/layout/bProcess4"/>
    <dgm:cxn modelId="{68889F05-C452-433F-A96E-C376D8C00AE9}" type="presParOf" srcId="{6CC8D084-5F0C-443B-837E-64BBEA027695}" destId="{E22EE689-F501-4EAF-B313-CF0567489725}" srcOrd="0" destOrd="0" presId="urn:microsoft.com/office/officeart/2005/8/layout/bProcess4"/>
    <dgm:cxn modelId="{D28F801E-E40D-4F20-B07F-D8AC0DC7617F}" type="presParOf" srcId="{6CC8D084-5F0C-443B-837E-64BBEA027695}" destId="{7C80A53B-6AE4-4F18-A3BE-F2F23812428B}" srcOrd="1" destOrd="0" presId="urn:microsoft.com/office/officeart/2005/8/layout/bProcess4"/>
    <dgm:cxn modelId="{5FC26D21-5FC0-47E3-9275-7B08C0DB0E15}" type="presParOf" srcId="{1D7D02B7-8CA6-4CA5-9302-2FBB0FEFDDDE}" destId="{5EDB0471-70BD-43D1-A50B-EE4E7DBBD10B}" srcOrd="9" destOrd="0" presId="urn:microsoft.com/office/officeart/2005/8/layout/bProcess4"/>
    <dgm:cxn modelId="{5C6A251C-6E3D-4CA6-AFCE-AA7169EC0D9B}" type="presParOf" srcId="{1D7D02B7-8CA6-4CA5-9302-2FBB0FEFDDDE}" destId="{F7ECEF18-1BD9-4CC9-BD15-F732C74BAA00}" srcOrd="10" destOrd="0" presId="urn:microsoft.com/office/officeart/2005/8/layout/bProcess4"/>
    <dgm:cxn modelId="{83661EC8-4DD0-4BFC-AB6F-6C142E5DBC2D}" type="presParOf" srcId="{F7ECEF18-1BD9-4CC9-BD15-F732C74BAA00}" destId="{8F2BC5AD-9A54-408A-AA77-DD152FC0642A}" srcOrd="0" destOrd="0" presId="urn:microsoft.com/office/officeart/2005/8/layout/bProcess4"/>
    <dgm:cxn modelId="{7B38DC85-A740-49D0-880F-F32FA9EC23E2}" type="presParOf" srcId="{F7ECEF18-1BD9-4CC9-BD15-F732C74BAA00}" destId="{25DE4C05-00C1-4B6A-B8F4-65B102301CE6}" srcOrd="1" destOrd="0" presId="urn:microsoft.com/office/officeart/2005/8/layout/bProcess4"/>
    <dgm:cxn modelId="{23FEC7F6-506D-45D8-98DB-631038EE9F9B}" type="presParOf" srcId="{1D7D02B7-8CA6-4CA5-9302-2FBB0FEFDDDE}" destId="{751BA1AA-0567-4325-9F4B-8A664E4C5B87}" srcOrd="11" destOrd="0" presId="urn:microsoft.com/office/officeart/2005/8/layout/bProcess4"/>
    <dgm:cxn modelId="{6B81F931-9FCA-46DD-8DEB-509FE12CF3F5}" type="presParOf" srcId="{1D7D02B7-8CA6-4CA5-9302-2FBB0FEFDDDE}" destId="{D2BB8769-6295-4EF1-8859-13BAEA17BF1B}" srcOrd="12" destOrd="0" presId="urn:microsoft.com/office/officeart/2005/8/layout/bProcess4"/>
    <dgm:cxn modelId="{F12BCA4C-C9E6-4013-9D9F-165B69CB4B06}" type="presParOf" srcId="{D2BB8769-6295-4EF1-8859-13BAEA17BF1B}" destId="{AD05047A-113A-4F0F-9B3A-35F5CAE3D038}" srcOrd="0" destOrd="0" presId="urn:microsoft.com/office/officeart/2005/8/layout/bProcess4"/>
    <dgm:cxn modelId="{AEE27DD2-800A-46B7-8659-2099C7380FE4}" type="presParOf" srcId="{D2BB8769-6295-4EF1-8859-13BAEA17BF1B}" destId="{E75C736A-E996-43C6-BD5B-07A0733681FB}" srcOrd="1" destOrd="0" presId="urn:microsoft.com/office/officeart/2005/8/layout/bProcess4"/>
    <dgm:cxn modelId="{4F47C202-1D5F-441F-8D5D-DF2B3F4DF732}" type="presParOf" srcId="{1D7D02B7-8CA6-4CA5-9302-2FBB0FEFDDDE}" destId="{0D83CE2F-853A-43ED-A39B-48BFB0272985}" srcOrd="13" destOrd="0" presId="urn:microsoft.com/office/officeart/2005/8/layout/bProcess4"/>
    <dgm:cxn modelId="{7619E5BC-EE5D-44B5-9B44-82F58C2A6242}" type="presParOf" srcId="{1D7D02B7-8CA6-4CA5-9302-2FBB0FEFDDDE}" destId="{AC498B95-23A9-4019-8A30-14AABF861ED5}" srcOrd="14" destOrd="0" presId="urn:microsoft.com/office/officeart/2005/8/layout/bProcess4"/>
    <dgm:cxn modelId="{F1A9B277-1E33-41FB-B809-F3A45AEB3AA9}" type="presParOf" srcId="{AC498B95-23A9-4019-8A30-14AABF861ED5}" destId="{80FF4D18-3331-4B95-A43C-3B4C5AAC8172}" srcOrd="0" destOrd="0" presId="urn:microsoft.com/office/officeart/2005/8/layout/bProcess4"/>
    <dgm:cxn modelId="{E7B71E7B-F16D-4561-B1A4-FADC872AC5A2}" type="presParOf" srcId="{AC498B95-23A9-4019-8A30-14AABF861ED5}" destId="{D065B8A7-49AA-4257-A076-D6007FF600E1}" srcOrd="1" destOrd="0" presId="urn:microsoft.com/office/officeart/2005/8/layout/bProcess4"/>
    <dgm:cxn modelId="{BF7D287E-F1D3-4A02-83D9-17A6E0E30257}" type="presParOf" srcId="{1D7D02B7-8CA6-4CA5-9302-2FBB0FEFDDDE}" destId="{AF4DC5B1-CC9E-44A9-8B5F-3CC3DAD1B4DD}" srcOrd="15" destOrd="0" presId="urn:microsoft.com/office/officeart/2005/8/layout/bProcess4"/>
    <dgm:cxn modelId="{D305B197-98AF-4969-A910-0E7CAA50E98A}" type="presParOf" srcId="{1D7D02B7-8CA6-4CA5-9302-2FBB0FEFDDDE}" destId="{B514ACE2-97B7-47B5-99EA-B17971655994}" srcOrd="16" destOrd="0" presId="urn:microsoft.com/office/officeart/2005/8/layout/bProcess4"/>
    <dgm:cxn modelId="{344A4CC7-DFDC-48D5-BA50-690D0D0604AD}" type="presParOf" srcId="{B514ACE2-97B7-47B5-99EA-B17971655994}" destId="{4CA23189-761B-4F76-9497-7357525F0873}" srcOrd="0" destOrd="0" presId="urn:microsoft.com/office/officeart/2005/8/layout/bProcess4"/>
    <dgm:cxn modelId="{A643C8C9-8AC6-4D0C-A2A7-93A4939F563A}" type="presParOf" srcId="{B514ACE2-97B7-47B5-99EA-B17971655994}" destId="{10AB7C3D-0785-42A9-88E1-7773F0A1B19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1E3B9-F427-4B68-8AE9-3FB1EC899697}">
      <dsp:nvSpPr>
        <dsp:cNvPr id="0" name=""/>
        <dsp:cNvSpPr/>
      </dsp:nvSpPr>
      <dsp:spPr>
        <a:xfrm rot="5400000">
          <a:off x="-125624" y="843718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A47E76-477A-4B60-8E90-FE40DED71C68}">
      <dsp:nvSpPr>
        <dsp:cNvPr id="0" name=""/>
        <dsp:cNvSpPr/>
      </dsp:nvSpPr>
      <dsp:spPr>
        <a:xfrm>
          <a:off x="173515" y="176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IoT Powered Smart Bin</a:t>
          </a:r>
          <a:endParaRPr lang="en-US" sz="1700" kern="1200"/>
        </a:p>
      </dsp:txBody>
      <dsp:txXfrm>
        <a:off x="204492" y="32743"/>
        <a:ext cx="1700753" cy="995670"/>
      </dsp:txXfrm>
    </dsp:sp>
    <dsp:sp modelId="{12A7BC71-D4B7-4BAD-B2CA-FF4F49880DBD}">
      <dsp:nvSpPr>
        <dsp:cNvPr id="0" name=""/>
        <dsp:cNvSpPr/>
      </dsp:nvSpPr>
      <dsp:spPr>
        <a:xfrm rot="5400000">
          <a:off x="-125624" y="2165749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F09BE7-880E-4A49-98E4-D35E668D1695}">
      <dsp:nvSpPr>
        <dsp:cNvPr id="0" name=""/>
        <dsp:cNvSpPr/>
      </dsp:nvSpPr>
      <dsp:spPr>
        <a:xfrm>
          <a:off x="173515" y="132379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05452"/>
                <a:satOff val="-2312"/>
                <a:lumOff val="-37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5452"/>
                <a:satOff val="-2312"/>
                <a:lumOff val="-37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5452"/>
                <a:satOff val="-2312"/>
                <a:lumOff val="-37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built a smart dustbin using:</a:t>
          </a:r>
        </a:p>
      </dsp:txBody>
      <dsp:txXfrm>
        <a:off x="204492" y="1354773"/>
        <a:ext cx="1700753" cy="995670"/>
      </dsp:txXfrm>
    </dsp:sp>
    <dsp:sp modelId="{7C92F03C-999C-4069-829A-9D5AAAF1BA77}">
      <dsp:nvSpPr>
        <dsp:cNvPr id="0" name=""/>
        <dsp:cNvSpPr/>
      </dsp:nvSpPr>
      <dsp:spPr>
        <a:xfrm>
          <a:off x="535390" y="2826764"/>
          <a:ext cx="2335066" cy="158643"/>
        </a:xfrm>
        <a:prstGeom prst="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60AE30-6DC6-4646-8839-4AFA18664162}">
      <dsp:nvSpPr>
        <dsp:cNvPr id="0" name=""/>
        <dsp:cNvSpPr/>
      </dsp:nvSpPr>
      <dsp:spPr>
        <a:xfrm>
          <a:off x="173515" y="264582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ESP32</a:t>
          </a:r>
          <a:r>
            <a:rPr lang="en-US" sz="1700" kern="1200"/>
            <a:t> – IoT Brain</a:t>
          </a:r>
        </a:p>
      </dsp:txBody>
      <dsp:txXfrm>
        <a:off x="204492" y="2676803"/>
        <a:ext cx="1700753" cy="995670"/>
      </dsp:txXfrm>
    </dsp:sp>
    <dsp:sp modelId="{460F35CB-CCE0-4C09-A683-6C4FE9218596}">
      <dsp:nvSpPr>
        <dsp:cNvPr id="0" name=""/>
        <dsp:cNvSpPr/>
      </dsp:nvSpPr>
      <dsp:spPr>
        <a:xfrm rot="16200000">
          <a:off x="2218776" y="2165749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41FF30-AE03-4C4F-8A9B-4D68EFA364E8}">
      <dsp:nvSpPr>
        <dsp:cNvPr id="0" name=""/>
        <dsp:cNvSpPr/>
      </dsp:nvSpPr>
      <dsp:spPr>
        <a:xfrm>
          <a:off x="2517915" y="264582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416355"/>
                <a:satOff val="-6935"/>
                <a:lumOff val="-111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16355"/>
                <a:satOff val="-6935"/>
                <a:lumOff val="-111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16355"/>
                <a:satOff val="-6935"/>
                <a:lumOff val="-111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Ultrasonic Sensor</a:t>
          </a:r>
          <a:r>
            <a:rPr lang="en-US" sz="1700" kern="1200"/>
            <a:t> – Fill Level</a:t>
          </a:r>
        </a:p>
      </dsp:txBody>
      <dsp:txXfrm>
        <a:off x="2548892" y="2676803"/>
        <a:ext cx="1700753" cy="995670"/>
      </dsp:txXfrm>
    </dsp:sp>
    <dsp:sp modelId="{5EDB0471-70BD-43D1-A50B-EE4E7DBBD10B}">
      <dsp:nvSpPr>
        <dsp:cNvPr id="0" name=""/>
        <dsp:cNvSpPr/>
      </dsp:nvSpPr>
      <dsp:spPr>
        <a:xfrm rot="16200000">
          <a:off x="2218776" y="843718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80A53B-6AE4-4F18-A3BE-F2F23812428B}">
      <dsp:nvSpPr>
        <dsp:cNvPr id="0" name=""/>
        <dsp:cNvSpPr/>
      </dsp:nvSpPr>
      <dsp:spPr>
        <a:xfrm>
          <a:off x="2517915" y="132379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Soil Moisture Sensor</a:t>
          </a:r>
          <a:r>
            <a:rPr lang="en-US" sz="1700" kern="1200"/>
            <a:t> – Wet / Dry Detection</a:t>
          </a:r>
        </a:p>
      </dsp:txBody>
      <dsp:txXfrm>
        <a:off x="2548892" y="1354773"/>
        <a:ext cx="1700753" cy="995670"/>
      </dsp:txXfrm>
    </dsp:sp>
    <dsp:sp modelId="{751BA1AA-0567-4325-9F4B-8A664E4C5B87}">
      <dsp:nvSpPr>
        <dsp:cNvPr id="0" name=""/>
        <dsp:cNvSpPr/>
      </dsp:nvSpPr>
      <dsp:spPr>
        <a:xfrm>
          <a:off x="2879791" y="182703"/>
          <a:ext cx="2335066" cy="158643"/>
        </a:xfrm>
        <a:prstGeom prst="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DE4C05-00C1-4B6A-B8F4-65B102301CE6}">
      <dsp:nvSpPr>
        <dsp:cNvPr id="0" name=""/>
        <dsp:cNvSpPr/>
      </dsp:nvSpPr>
      <dsp:spPr>
        <a:xfrm>
          <a:off x="2517915" y="176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027259"/>
                <a:satOff val="-11558"/>
                <a:lumOff val="-185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27259"/>
                <a:satOff val="-11558"/>
                <a:lumOff val="-185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27259"/>
                <a:satOff val="-11558"/>
                <a:lumOff val="-185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MQ4 Sensor</a:t>
          </a:r>
          <a:r>
            <a:rPr lang="en-US" sz="1700" kern="1200"/>
            <a:t> – Methane Gas</a:t>
          </a:r>
        </a:p>
      </dsp:txBody>
      <dsp:txXfrm>
        <a:off x="2548892" y="32743"/>
        <a:ext cx="1700753" cy="995670"/>
      </dsp:txXfrm>
    </dsp:sp>
    <dsp:sp modelId="{0D83CE2F-853A-43ED-A39B-48BFB0272985}">
      <dsp:nvSpPr>
        <dsp:cNvPr id="0" name=""/>
        <dsp:cNvSpPr/>
      </dsp:nvSpPr>
      <dsp:spPr>
        <a:xfrm rot="5400000">
          <a:off x="4563176" y="843718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5C736A-E996-43C6-BD5B-07A0733681FB}">
      <dsp:nvSpPr>
        <dsp:cNvPr id="0" name=""/>
        <dsp:cNvSpPr/>
      </dsp:nvSpPr>
      <dsp:spPr>
        <a:xfrm>
          <a:off x="4862316" y="176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DHT11</a:t>
          </a:r>
          <a:r>
            <a:rPr lang="en-US" sz="1700" kern="1200"/>
            <a:t> – Temperature</a:t>
          </a:r>
        </a:p>
      </dsp:txBody>
      <dsp:txXfrm>
        <a:off x="4893293" y="32743"/>
        <a:ext cx="1700753" cy="995670"/>
      </dsp:txXfrm>
    </dsp:sp>
    <dsp:sp modelId="{AF4DC5B1-CC9E-44A9-8B5F-3CC3DAD1B4DD}">
      <dsp:nvSpPr>
        <dsp:cNvPr id="0" name=""/>
        <dsp:cNvSpPr/>
      </dsp:nvSpPr>
      <dsp:spPr>
        <a:xfrm rot="5400000">
          <a:off x="4563176" y="2165749"/>
          <a:ext cx="1312696" cy="15864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65B8A7-49AA-4257-A076-D6007FF600E1}">
      <dsp:nvSpPr>
        <dsp:cNvPr id="0" name=""/>
        <dsp:cNvSpPr/>
      </dsp:nvSpPr>
      <dsp:spPr>
        <a:xfrm>
          <a:off x="4862316" y="132379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638162"/>
                <a:satOff val="-16181"/>
                <a:lumOff val="-259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38162"/>
                <a:satOff val="-16181"/>
                <a:lumOff val="-259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38162"/>
                <a:satOff val="-16181"/>
                <a:lumOff val="-259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Neo-6M GPS</a:t>
          </a:r>
          <a:r>
            <a:rPr lang="en-US" sz="1700" kern="1200"/>
            <a:t> – Live Location</a:t>
          </a:r>
        </a:p>
      </dsp:txBody>
      <dsp:txXfrm>
        <a:off x="4893293" y="1354773"/>
        <a:ext cx="1700753" cy="995670"/>
      </dsp:txXfrm>
    </dsp:sp>
    <dsp:sp modelId="{10AB7C3D-0785-42A9-88E1-7773F0A1B190}">
      <dsp:nvSpPr>
        <dsp:cNvPr id="0" name=""/>
        <dsp:cNvSpPr/>
      </dsp:nvSpPr>
      <dsp:spPr>
        <a:xfrm>
          <a:off x="4862316" y="2645826"/>
          <a:ext cx="1762707" cy="10576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bin becomes a living data source.</a:t>
          </a:r>
        </a:p>
      </dsp:txBody>
      <dsp:txXfrm>
        <a:off x="4893293" y="2676803"/>
        <a:ext cx="1700753" cy="995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DACA-720E-D6D7-39DB-09294BEB7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9EBF8-D916-DBD4-7694-0AB783C2D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AEEF-E255-08D7-ED33-F16B2554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83B58-9E94-6930-2917-C183A63F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8FEE-43F3-6E5F-9315-0B0F813D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2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4B1A-8724-14B1-7968-4800AF1E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39DA-C50F-0454-6617-A5B7D21FC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8E9AA-9AB1-380B-EFE7-BF02E1CF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C3D0A-0628-7758-2539-C144C70A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19767-C55C-8E00-0265-3C7B782B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BA7E-8F71-EF4E-6445-AA9AE3259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75620-9CE6-D05A-7019-8F78EF6CD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BEA44-AED4-AE22-96FA-C0AB84D2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A615D-9AB0-44D6-DE9F-926DC38B2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0E5E-09A4-3C7E-8023-52CD0D17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87BF-8F52-7336-3860-140CFBAB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E1051-AB86-F710-E9B8-23F70F737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E77D3-E3D5-4BDD-891A-3390BEDE6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A151C-5673-82CF-DD37-5AAF92AF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D2DA9-1F52-2464-D793-15792A0D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39EA1-2728-ACFD-A044-B24329E1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4B02-D8FB-CFE1-A83A-E4473C5A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CA33F-8BF6-FB0C-E1BA-64DC6A55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90CA1-F02B-7ABD-5781-EE42C33EE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0BA85-0478-9DB4-65AA-78FF53C76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56F67-1066-D8A4-E621-F08DF28D1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A7D9D-213C-773D-B15C-288BD06C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1CA2C-E4C5-11EB-DA38-51C71E5C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50365-A0AC-3A45-41A3-776E7415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7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C30D-3A82-EBBC-7E0B-439D8570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F3FA2-0F4C-028B-3E7F-3AAEA85A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F215-88DE-0576-9125-151D497D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179CA-50DE-A7A7-1056-09D9139F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4F959-29C5-B918-7997-961BA9DA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45DBD-BB9A-09D8-F511-C97F7D68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E0326-2C51-3F9C-CCDE-83135B87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7D14-DEEB-3331-4CC6-35D9A86D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0E42B-102C-09FE-841B-E8A468D40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9D40B-8EC3-6260-6BFE-7DEF2FA49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41371-D4D7-FAD9-6877-BDC6E0B3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55580-8F8A-C538-11E3-E24DDD13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17069-BA74-77F6-8DB1-B040417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0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F681-100E-9629-B4F5-E524D14C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808406-6945-25BD-9FED-41E8350A5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D5A46-48A9-746F-813D-19031C51F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75DD9-344F-0749-2B80-7AA3F66B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200FE-4101-B81B-CC38-CE1CC8F6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887C-F0C5-8B92-D85F-1702DA21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8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86A5-FE6D-AD17-AC60-A6EABCA4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87B1F-2829-B688-4801-356529604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1CA10-DFD5-BC04-373D-066B1D41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2D28C-D3D5-3AAD-8F7F-628AC265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BB364-C2EF-EC8E-B1AB-21CADD03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4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49194-D84D-3B14-25C8-0683CCBD5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CEBB6-C160-B030-DA70-2E23B2A65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A41AC-19EE-A2BD-FD95-09B216F2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0DF9C-2838-17FB-8AD8-C4243459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BD62-9F33-D826-E251-3FAC5CC9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D8657-7B86-97D6-6A75-A5C0A06E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EE991-267E-8D8A-3451-63620A229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00771-E686-F04B-743B-F7B3AB1B0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00FF7-E932-4731-9100-F4EB03BA019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538FA-6926-3233-A34A-3C05C25A6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4F00A-7C5E-D5C5-78F3-C515E81D3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4F8D0-106B-45E7-8938-4F42B2D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72C21-3F23-CF3F-2EB8-D30CCBF45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Powered Smart Waste Management System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6C396E18-B1E1-44F9-6284-852344966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Revolutionizing Urban Cleanliness using IoT, ML &amp; Smart 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699AD-EDFA-0D55-8D5B-B70C177578D7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“Not just a project — a city-scale solution.”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504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BAFD2-098C-D050-1C79-6B12583B87D1}"/>
              </a:ext>
            </a:extLst>
          </p:cNvPr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The Problem We Are Solving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03DCD-6D40-7982-0836-CF8FB53489A0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Every day cities suffer from: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Overflowing garbage bins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Toxic methane gas &amp; bad smell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Disease spreading waste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Inefficient collection routes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Huge manpower &amp; fuel loss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Cities are growing… but waste systems are not.</a:t>
            </a:r>
            <a:endParaRPr lang="en-US" sz="2000"/>
          </a:p>
        </p:txBody>
      </p:sp>
      <p:pic>
        <p:nvPicPr>
          <p:cNvPr id="7" name="Picture 6" descr="Throwing empty plastic bottle into the trash">
            <a:extLst>
              <a:ext uri="{FF2B5EF4-FFF2-40B4-BE49-F238E27FC236}">
                <a16:creationId xmlns:a16="http://schemas.microsoft.com/office/drawing/2014/main" id="{CC721107-C61D-6BE5-27DA-2B55C2038F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95" r="2520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7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White 3D model rendering of a city">
            <a:extLst>
              <a:ext uri="{FF2B5EF4-FFF2-40B4-BE49-F238E27FC236}">
                <a16:creationId xmlns:a16="http://schemas.microsoft.com/office/drawing/2014/main" id="{5B0B0EE6-A519-F713-47B0-60DB887361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5" r="1910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472DE-7DB9-F07D-3F02-4084B28142B3}"/>
              </a:ext>
            </a:extLst>
          </p:cNvPr>
          <p:cNvSpPr txBox="1"/>
          <p:nvPr/>
        </p:nvSpPr>
        <p:spPr>
          <a:xfrm>
            <a:off x="7935402" y="743447"/>
            <a:ext cx="344576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>
                <a:latin typeface="+mj-lt"/>
                <a:ea typeface="+mj-ea"/>
                <a:cs typeface="+mj-cs"/>
              </a:rPr>
              <a:t>Our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135AB-0DE8-48C0-30CD-826ECB44B44C}"/>
              </a:ext>
            </a:extLst>
          </p:cNvPr>
          <p:cNvSpPr txBox="1"/>
          <p:nvPr/>
        </p:nvSpPr>
        <p:spPr>
          <a:xfrm>
            <a:off x="7935403" y="4629234"/>
            <a:ext cx="3445766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/>
              <a:t>From Manual Cleaning → Intelligent City Infrastructure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1E848-A8E0-A9E4-29F8-9E1FA927DB9C}"/>
              </a:ext>
            </a:extLst>
          </p:cNvPr>
          <p:cNvSpPr txBox="1"/>
          <p:nvPr/>
        </p:nvSpPr>
        <p:spPr>
          <a:xfrm>
            <a:off x="365200" y="447378"/>
            <a:ext cx="68509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dirty="0"/>
              <a:t>We envision a future where: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Bins think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Data decides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AI plans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Cities breathe clean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This project builds the foundation of a </a:t>
            </a:r>
            <a:r>
              <a:rPr lang="en-US" b="1" dirty="0"/>
              <a:t>Smart City Waste Brain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70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09750F7D-9BD2-47AD-AD24-3997A01D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87" r="270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3B112-AD07-2B52-710B-02E40C616362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Our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2FFCC-26A9-7EE3-384E-B310D76AA20C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What Makes Our System Different?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✔ Real-time IoT sensing</a:t>
            </a:r>
            <a:br>
              <a:rPr lang="en-US" sz="2000" dirty="0"/>
            </a:br>
            <a:r>
              <a:rPr lang="en-US" sz="2000" dirty="0"/>
              <a:t>✔ AI-driven waste intelligence</a:t>
            </a:r>
            <a:br>
              <a:rPr lang="en-US" sz="2000" dirty="0"/>
            </a:br>
            <a:r>
              <a:rPr lang="en-US" sz="2000" dirty="0"/>
              <a:t>✔ Predictive risk analysis</a:t>
            </a:r>
            <a:br>
              <a:rPr lang="en-US" sz="2000" dirty="0"/>
            </a:br>
            <a:r>
              <a:rPr lang="en-US" sz="2000" dirty="0"/>
              <a:t>✔ Automatic priority classification</a:t>
            </a:r>
            <a:br>
              <a:rPr lang="en-US" sz="2000" dirty="0"/>
            </a:br>
            <a:r>
              <a:rPr lang="en-US" sz="2000" dirty="0"/>
              <a:t>✔ Smart route optimization</a:t>
            </a:r>
            <a:br>
              <a:rPr lang="en-US" sz="2000" dirty="0"/>
            </a:br>
            <a:r>
              <a:rPr lang="en-US" sz="2000" dirty="0"/>
              <a:t>✔ Fully live monitoring dashboard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This is not monitoring… this is decision automation.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013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7E998-48DA-9DE7-9A38-6AEE3D634D97}"/>
              </a:ext>
            </a:extLst>
          </p:cNvPr>
          <p:cNvSpPr txBox="1"/>
          <p:nvPr/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Hardware That Feeds Intelligence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419CBA-B2B9-B45D-9BBE-5CF48C65F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72" r="5482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15EA3AD-5729-81AF-A698-410F5129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34311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402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loud shaped hard drive with cables">
            <a:extLst>
              <a:ext uri="{FF2B5EF4-FFF2-40B4-BE49-F238E27FC236}">
                <a16:creationId xmlns:a16="http://schemas.microsoft.com/office/drawing/2014/main" id="{B8D37F95-8473-250A-EB5E-9C44AB02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4" r="15916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61260-9255-8FBB-7349-0B2238EF3DD3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Data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47C52-7074-7D1C-C920-E9E986BA86BB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Sensors → ESP32 → ThingSpeak Cloud → API → ML Engine → Smart Dashboard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Real-time data is streamed through </a:t>
            </a:r>
            <a:r>
              <a:rPr lang="en-US" sz="2000" b="1"/>
              <a:t>ThingSpeak</a:t>
            </a:r>
            <a:br>
              <a:rPr lang="en-US" sz="2000"/>
            </a:br>
            <a:r>
              <a:rPr lang="en-US" sz="2000"/>
              <a:t>using </a:t>
            </a:r>
            <a:r>
              <a:rPr lang="en-US" sz="2000" b="1"/>
              <a:t>API keys</a:t>
            </a:r>
            <a:r>
              <a:rPr lang="en-US" sz="2000"/>
              <a:t> directly into our ML models.</a:t>
            </a:r>
          </a:p>
        </p:txBody>
      </p:sp>
    </p:spTree>
    <p:extLst>
      <p:ext uri="{BB962C8B-B14F-4D97-AF65-F5344CB8AC3E}">
        <p14:creationId xmlns:p14="http://schemas.microsoft.com/office/powerpoint/2010/main" val="83686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07967-F2B6-E8BE-63EA-4E6AE2FF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EC6F2-782B-A054-1775-2AE62B95C5BE}"/>
              </a:ext>
            </a:extLst>
          </p:cNvPr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Machine Learning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1E4CB-F224-A744-3F02-05579EC9BD3D}"/>
              </a:ext>
            </a:extLst>
          </p:cNvPr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Two Powerful AI Models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🔹 Model 1: K-Means Clustering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Automatically classifies bins into: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Low Priority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Medium Priority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High Priority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🔹 Model 2: Random Forest Regression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Predicts future fill levels &amp; risk trends.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The system doesn’t wait for overflow.</a:t>
            </a:r>
            <a:br>
              <a:rPr lang="en-US" sz="1500"/>
            </a:br>
            <a:r>
              <a:rPr lang="en-US" sz="1500" b="1"/>
              <a:t>It predicts it.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09171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FE5E6234-4A29-A90D-5CDE-17AEF028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87" r="270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D2F4C-EAB3-113F-ED70-9512FD4EE869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Smart Command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C3EA7-0E84-5993-BA92-D22A25F5BE9A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Our MERN Stack dashboard provides: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Live bin status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AI risk prediction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Priority heatmaps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Methane danger alerts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Predictive graphs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Live system health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This becomes the control center of a city.</a:t>
            </a:r>
          </a:p>
        </p:txBody>
      </p:sp>
    </p:spTree>
    <p:extLst>
      <p:ext uri="{BB962C8B-B14F-4D97-AF65-F5344CB8AC3E}">
        <p14:creationId xmlns:p14="http://schemas.microsoft.com/office/powerpoint/2010/main" val="378539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A2CAE-3D0E-3A3A-6BC9-822F43902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2" r="914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E0A54-35A5-69B7-12DB-C8C54BFCC305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Smart Route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D0A92-0992-F833-7A1B-7E28FD54F780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compute </a:t>
            </a:r>
            <a:r>
              <a:rPr lang="en-US" sz="2000" b="1"/>
              <a:t>shortest &amp; safest collection routes</a:t>
            </a:r>
            <a:r>
              <a:rPr lang="en-US" sz="2000"/>
              <a:t> in real-time: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Reduces fuel consumption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Saves time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Improves worker safety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Maximizes city efficiency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Garbage trucks no longer guess —</a:t>
            </a:r>
            <a:br>
              <a:rPr lang="en-US" sz="2000"/>
            </a:br>
            <a:r>
              <a:rPr lang="en-US" sz="2000" b="1"/>
              <a:t>they follow intelligence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8862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w angle view of modern skyscrapers rising straight up against a dramatic sky">
            <a:extLst>
              <a:ext uri="{FF2B5EF4-FFF2-40B4-BE49-F238E27FC236}">
                <a16:creationId xmlns:a16="http://schemas.microsoft.com/office/drawing/2014/main" id="{A188707F-A440-0649-60F4-048F049C5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" r="3395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C2830-9B47-4E29-C648-F9FCED85F392}"/>
              </a:ext>
            </a:extLst>
          </p:cNvPr>
          <p:cNvSpPr txBox="1"/>
          <p:nvPr/>
        </p:nvSpPr>
        <p:spPr>
          <a:xfrm>
            <a:off x="8366762" y="17865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Impact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Reduces disease &amp; health risks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Cuts operational costs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Improves environmental sustainability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Enables scalable smart cities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Protects workers &amp; citizens</a:t>
            </a:r>
          </a:p>
        </p:txBody>
      </p:sp>
    </p:spTree>
    <p:extLst>
      <p:ext uri="{BB962C8B-B14F-4D97-AF65-F5344CB8AC3E}">
        <p14:creationId xmlns:p14="http://schemas.microsoft.com/office/powerpoint/2010/main" val="3386265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53772-D871-CAF6-4C7D-3148B8B1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r="469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6A979-C9F7-C48C-1891-8D60D022F78C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What Makes Us Hackathon-Ready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already have:</a:t>
            </a:r>
            <a:br>
              <a:rPr lang="en-US" sz="2000"/>
            </a:br>
            <a:r>
              <a:rPr lang="en-US" sz="2000"/>
              <a:t>✔ Working IoT prototype</a:t>
            </a:r>
            <a:br>
              <a:rPr lang="en-US" sz="2000"/>
            </a:br>
            <a:r>
              <a:rPr lang="en-US" sz="2000"/>
              <a:t>✔ Real-time data ingestion</a:t>
            </a:r>
            <a:br>
              <a:rPr lang="en-US" sz="2000"/>
            </a:br>
            <a:r>
              <a:rPr lang="en-US" sz="2000"/>
              <a:t>✔ Trained ML models</a:t>
            </a:r>
            <a:br>
              <a:rPr lang="en-US" sz="2000"/>
            </a:br>
            <a:r>
              <a:rPr lang="en-US" sz="2000"/>
              <a:t>✔ Live dashboard</a:t>
            </a:r>
            <a:br>
              <a:rPr lang="en-US" sz="2000"/>
            </a:br>
            <a:r>
              <a:rPr lang="en-US" sz="2000"/>
              <a:t>✔ End-to-end automation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is </a:t>
            </a:r>
            <a:r>
              <a:rPr lang="en-US" sz="2000" b="1"/>
              <a:t>not a concept</a:t>
            </a:r>
            <a:r>
              <a:rPr lang="en-US" sz="2000"/>
              <a:t> —</a:t>
            </a:r>
            <a:br>
              <a:rPr lang="en-US" sz="2000"/>
            </a:br>
            <a:r>
              <a:rPr lang="en-US" sz="2000"/>
              <a:t>this is a </a:t>
            </a:r>
            <a:r>
              <a:rPr lang="en-US" sz="2000" b="1"/>
              <a:t>deployable system</a:t>
            </a:r>
            <a:r>
              <a:rPr 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7314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095BA-5487-9725-BD2E-C139ABD5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2" r="38275"/>
          <a:stretch>
            <a:fillRect/>
          </a:stretch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3FE6DE-B288-B2C4-BF59-E6760088C884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Future Expansion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If selected for the hackathon, we will extend this system with: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AI Image-based waste segregation</a:t>
            </a: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 Computer vision powered classification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 Mobile app integration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 Large-scale city deployment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 Advanced multi-route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63903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460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 Powered Smart Waste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g</dc:creator>
  <cp:lastModifiedBy>ramesh g</cp:lastModifiedBy>
  <cp:revision>1</cp:revision>
  <dcterms:created xsi:type="dcterms:W3CDTF">2025-12-29T17:28:38Z</dcterms:created>
  <dcterms:modified xsi:type="dcterms:W3CDTF">2025-12-29T18:29:38Z</dcterms:modified>
</cp:coreProperties>
</file>